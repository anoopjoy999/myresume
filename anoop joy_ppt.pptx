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3588" cy="6858000"/>
  <p:notesSz cx="7772400" cy="10058400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0" y="3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>
            <a:extLst>
              <a:ext uri="{FF2B5EF4-FFF2-40B4-BE49-F238E27FC236}">
                <a16:creationId xmlns:a16="http://schemas.microsoft.com/office/drawing/2014/main" id="{3E108C3F-C8B4-4FB3-60A4-04711993A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51" name="AutoShape 2">
            <a:extLst>
              <a:ext uri="{FF2B5EF4-FFF2-40B4-BE49-F238E27FC236}">
                <a16:creationId xmlns:a16="http://schemas.microsoft.com/office/drawing/2014/main" id="{58447E99-6BB0-C11E-3EE3-6676B51A5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52" name="AutoShape 3">
            <a:extLst>
              <a:ext uri="{FF2B5EF4-FFF2-40B4-BE49-F238E27FC236}">
                <a16:creationId xmlns:a16="http://schemas.microsoft.com/office/drawing/2014/main" id="{5F520619-70EB-052C-1375-7BA11F239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53" name="AutoShape 4">
            <a:extLst>
              <a:ext uri="{FF2B5EF4-FFF2-40B4-BE49-F238E27FC236}">
                <a16:creationId xmlns:a16="http://schemas.microsoft.com/office/drawing/2014/main" id="{0EAAB43B-9407-54C5-B46C-CFE1A70DE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54" name="AutoShape 5">
            <a:extLst>
              <a:ext uri="{FF2B5EF4-FFF2-40B4-BE49-F238E27FC236}">
                <a16:creationId xmlns:a16="http://schemas.microsoft.com/office/drawing/2014/main" id="{96479824-01DB-93CF-7782-13BE45E9F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55" name="AutoShape 6">
            <a:extLst>
              <a:ext uri="{FF2B5EF4-FFF2-40B4-BE49-F238E27FC236}">
                <a16:creationId xmlns:a16="http://schemas.microsoft.com/office/drawing/2014/main" id="{88AFC705-8815-7EF4-45F9-6361EA76A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56" name="AutoShape 7">
            <a:extLst>
              <a:ext uri="{FF2B5EF4-FFF2-40B4-BE49-F238E27FC236}">
                <a16:creationId xmlns:a16="http://schemas.microsoft.com/office/drawing/2014/main" id="{3B7CC5C2-2317-7B02-89E1-71B075751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57" name="AutoShape 8">
            <a:extLst>
              <a:ext uri="{FF2B5EF4-FFF2-40B4-BE49-F238E27FC236}">
                <a16:creationId xmlns:a16="http://schemas.microsoft.com/office/drawing/2014/main" id="{D93BCD5D-438F-6D2B-29DD-521E5FEB3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58" name="AutoShape 9">
            <a:extLst>
              <a:ext uri="{FF2B5EF4-FFF2-40B4-BE49-F238E27FC236}">
                <a16:creationId xmlns:a16="http://schemas.microsoft.com/office/drawing/2014/main" id="{16F9F5C7-40A5-B937-0FE7-90A1D264C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59" name="Rectangle 10">
            <a:extLst>
              <a:ext uri="{FF2B5EF4-FFF2-40B4-BE49-F238E27FC236}">
                <a16:creationId xmlns:a16="http://schemas.microsoft.com/office/drawing/2014/main" id="{F41C96D8-7585-39CB-E86A-0E4C0A589FB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1600" y="763588"/>
            <a:ext cx="5013325" cy="375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FB1542A1-851C-1EDD-B7A1-B958597AA05D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77875" y="4776788"/>
            <a:ext cx="6202363" cy="45100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2061" name="Text Box 12">
            <a:extLst>
              <a:ext uri="{FF2B5EF4-FFF2-40B4-BE49-F238E27FC236}">
                <a16:creationId xmlns:a16="http://schemas.microsoft.com/office/drawing/2014/main" id="{D13EA0BE-4995-16C6-5848-C9121A299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3370263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62" name="Text Box 13">
            <a:extLst>
              <a:ext uri="{FF2B5EF4-FFF2-40B4-BE49-F238E27FC236}">
                <a16:creationId xmlns:a16="http://schemas.microsoft.com/office/drawing/2014/main" id="{692E7FFB-62D4-1E19-A525-9624914E0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8963" y="0"/>
            <a:ext cx="3370262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63" name="Text Box 14">
            <a:extLst>
              <a:ext uri="{FF2B5EF4-FFF2-40B4-BE49-F238E27FC236}">
                <a16:creationId xmlns:a16="http://schemas.microsoft.com/office/drawing/2014/main" id="{F2C6E366-8EDD-8ECA-0614-80AE57DF6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555163"/>
            <a:ext cx="3370263" cy="50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CBBFB88A-E447-7101-DAC7-E2A70A23528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398963" y="9555163"/>
            <a:ext cx="3357562" cy="4873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>
              <a:lnSpc>
                <a:spcPct val="95000"/>
              </a:lnSpc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FFADEA9-BE6D-4C0B-8A29-BC3BF5162A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5">
            <a:extLst>
              <a:ext uri="{FF2B5EF4-FFF2-40B4-BE49-F238E27FC236}">
                <a16:creationId xmlns:a16="http://schemas.microsoft.com/office/drawing/2014/main" id="{8491EDA1-7A6A-C48B-C016-1919228BEA0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83DFF9-D144-4A05-B4AD-CE10E8B94AEB}" type="slidenum">
              <a:rPr lang="en-US" altLang="en-US" sz="1400" smtClean="0"/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4099" name="Text Box 1">
            <a:extLst>
              <a:ext uri="{FF2B5EF4-FFF2-40B4-BE49-F238E27FC236}">
                <a16:creationId xmlns:a16="http://schemas.microsoft.com/office/drawing/2014/main" id="{27635E58-03F4-7330-37AC-7BE66DD0F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8963" y="9555163"/>
            <a:ext cx="33591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fld id="{26132BB6-3E3C-4DA7-B235-F900458665AC}" type="slidenum">
              <a:rPr lang="en-US" altLang="en-US" sz="1400"/>
              <a:pPr algn="r" eaLnBrk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4100" name="Text Box 2">
            <a:extLst>
              <a:ext uri="{FF2B5EF4-FFF2-40B4-BE49-F238E27FC236}">
                <a16:creationId xmlns:a16="http://schemas.microsoft.com/office/drawing/2014/main" id="{AD8380D1-4173-E9E3-E7E2-1C30A12AF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8963" y="9555163"/>
            <a:ext cx="3360737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fld id="{5E8F9203-6D5F-48C8-91A4-0450A6DEE2C0}" type="slidenum">
              <a:rPr lang="en-US" altLang="en-US" sz="1400"/>
              <a:pPr algn="r" eaLnBrk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4101" name="Text Box 3">
            <a:extLst>
              <a:ext uri="{FF2B5EF4-FFF2-40B4-BE49-F238E27FC236}">
                <a16:creationId xmlns:a16="http://schemas.microsoft.com/office/drawing/2014/main" id="{0BF44A71-89C7-D127-E0F5-651869DCF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8963" y="9555163"/>
            <a:ext cx="3362325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fld id="{71CEC607-4880-4441-8AEA-8A3BF0C0B993}" type="slidenum">
              <a:rPr lang="en-US" altLang="en-US" sz="1400"/>
              <a:pPr algn="r" eaLnBrk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4102" name="Text Box 4">
            <a:extLst>
              <a:ext uri="{FF2B5EF4-FFF2-40B4-BE49-F238E27FC236}">
                <a16:creationId xmlns:a16="http://schemas.microsoft.com/office/drawing/2014/main" id="{E73DA9D0-F60A-1946-396B-1C51089AC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8963" y="9555163"/>
            <a:ext cx="336867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fld id="{79D44D6F-8F09-4C7D-8ECD-39711EB6E7F0}" type="slidenum">
              <a:rPr lang="en-US" altLang="en-US" sz="1400"/>
              <a:pPr algn="r" eaLnBrk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4103" name="Text Box 5">
            <a:extLst>
              <a:ext uri="{FF2B5EF4-FFF2-40B4-BE49-F238E27FC236}">
                <a16:creationId xmlns:a16="http://schemas.microsoft.com/office/drawing/2014/main" id="{8B3184CA-46E4-3B29-1313-F328DE680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8963" y="9555163"/>
            <a:ext cx="3370262" cy="50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fld id="{2E4AA054-B8A4-4AA8-A631-B1A6CDEC7A3B}" type="slidenum">
              <a:rPr lang="en-US" altLang="en-US" sz="1400"/>
              <a:pPr algn="r" eaLnBrk="1">
                <a:lnSpc>
                  <a:spcPct val="95000"/>
                </a:lnSpc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4104" name="Rectangle 6">
            <a:extLst>
              <a:ext uri="{FF2B5EF4-FFF2-40B4-BE49-F238E27FC236}">
                <a16:creationId xmlns:a16="http://schemas.microsoft.com/office/drawing/2014/main" id="{4A1079FD-6B97-467D-1849-0E82885A94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05" name="Rectangle 7">
            <a:extLst>
              <a:ext uri="{FF2B5EF4-FFF2-40B4-BE49-F238E27FC236}">
                <a16:creationId xmlns:a16="http://schemas.microsoft.com/office/drawing/2014/main" id="{B31DAE5C-D4C4-C794-1CAC-5EC60941FA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5588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558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4DF5BB-1756-9C17-94BA-87B0BDE05EDF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10/15/18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3262D68-8DA5-374D-1E07-9E8CF1130449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A7D6D3-BA49-407A-A708-5E4B59AD35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6615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697795-F376-9B50-A933-3DADDAEC3ECB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10/15/18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9A45B38-0393-3498-FDF0-BC63B7B81C06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CED09-E757-4F3B-A44A-2EAC878311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773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718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7188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7D25DE-321C-5A14-3B3E-99F7974F2ABC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10/15/18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B2BFC6-CD49-4419-5F9C-75F881380811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34F136-3AE1-4B3D-BA73-21A214D8A2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7321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73663" cy="4054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4263" y="1825625"/>
            <a:ext cx="5173662" cy="4054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8DB489B-F440-80DD-390F-2D30EBA5B46D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10/15/18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D0BE19-CC9C-CE95-E0C9-8954E86389FA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6F6CF6-DF98-4E45-8499-94F2251471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7498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7187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788" y="1681163"/>
            <a:ext cx="51831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788" y="2505075"/>
            <a:ext cx="51831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EBBA349-1A7A-D540-BB0B-7D5ED14A0798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10/15/18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9C1469B-DFBE-02E0-7EBE-252802181D4A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C4FB28-CDE8-4E51-B373-2000D4185E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0800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D207185-CCE0-8F78-2488-A066C5CEF65C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10/15/18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887CE55-6A1D-BD19-0C7D-DA0D3CD1CCD0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648136-FEFE-40EB-83A4-31A427681C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562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67F342CC-4191-1E02-20D9-0996241A7A2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10/15/18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8BCC847-5717-96CC-6BDE-B85124E17A88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ED3889-B04F-4C3A-8870-E342B7869B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5297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3787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DDBC2F2-1301-EE0D-32DF-CE6E6E4AC701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10/15/18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E9DD52-0F42-3A69-CC96-F8CA7E6ECEAB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1EA8D-7269-4EA5-812A-ADCA0A5943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0728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378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02FD470-4983-0A87-5036-E202F8ADBFE2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10/15/18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C1C2F8-F047-427D-3908-536C6CB4B054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8789DB-3AF5-4459-AF91-91F43F3742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3491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244AC2-9DFC-C070-D2F7-C8CD1A896323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10/15/18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02775C5-022F-1166-7BB9-C46762A079E0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D00B5D-0E00-4C9E-920C-D10221D2FD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5416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3788" y="365125"/>
            <a:ext cx="2624137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23188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99D2E4-A89E-3D52-84DC-A9EB00770F10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10/15/18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6074580-49C0-2B72-1A9E-B810009FA9DD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95B643-9808-4B49-BF2F-2AA7AA9498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0738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FC570F23-53AD-2914-CED3-DD6E2F40D4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499725" cy="130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9503A789-DE66-BF4A-D0A1-1A946C01C0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499725" cy="405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1018251-5BBD-D5B7-5C80-21D4D7F8145F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838200" y="6356350"/>
            <a:ext cx="2727325" cy="349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>
            <a:lvl1pPr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10/15/18</a:t>
            </a:r>
          </a:p>
        </p:txBody>
      </p:sp>
      <p:sp>
        <p:nvSpPr>
          <p:cNvPr id="1029" name="Text Box 4">
            <a:extLst>
              <a:ext uri="{FF2B5EF4-FFF2-40B4-BE49-F238E27FC236}">
                <a16:creationId xmlns:a16="http://schemas.microsoft.com/office/drawing/2014/main" id="{F5A10B59-ACA4-79FE-F442-DFADE756D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B888A8D-F117-C094-9A90-98BCC7F581C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8610600" y="6356350"/>
            <a:ext cx="2727325" cy="349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>
            <a:lvl1pPr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B4BE7F7-E333-43A1-B878-CE8B645110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457200" rtl="0" eaLnBrk="0" fontAlgn="base" hangingPunct="0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2pPr>
      <a:lvl3pPr algn="l" defTabSz="457200" rtl="0" eaLnBrk="0" fontAlgn="base" hangingPunct="0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3pPr>
      <a:lvl4pPr algn="l" defTabSz="457200" rtl="0" eaLnBrk="0" fontAlgn="base" hangingPunct="0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4pPr>
      <a:lvl5pPr algn="l" defTabSz="457200" rtl="0" eaLnBrk="0" fontAlgn="base" hangingPunct="0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5pPr>
      <a:lvl6pPr marL="2514600" indent="-228600" algn="l" defTabSz="457200" rtl="0" eaLnBrk="0" fontAlgn="base" hangingPunct="0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6pPr>
      <a:lvl7pPr marL="2971800" indent="-228600" algn="l" defTabSz="457200" rtl="0" eaLnBrk="0" fontAlgn="base" hangingPunct="0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7pPr>
      <a:lvl8pPr marL="3429000" indent="-228600" algn="l" defTabSz="457200" rtl="0" eaLnBrk="0" fontAlgn="base" hangingPunct="0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8pPr>
      <a:lvl9pPr marL="3886200" indent="-228600" algn="l" defTabSz="457200" rtl="0" eaLnBrk="0" fontAlgn="base" hangingPunct="0">
        <a:lnSpc>
          <a:spcPct val="9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9pPr>
    </p:titleStyle>
    <p:bodyStyle>
      <a:lvl1pPr marL="342900" indent="-342900" algn="l" defTabSz="457200" rtl="0" eaLnBrk="0" fontAlgn="base" hangingPunct="0">
        <a:lnSpc>
          <a:spcPct val="92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lnSpc>
          <a:spcPct val="92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lnSpc>
          <a:spcPct val="92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lnSpc>
          <a:spcPct val="92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lnSpc>
          <a:spcPct val="92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">
            <a:extLst>
              <a:ext uri="{FF2B5EF4-FFF2-40B4-BE49-F238E27FC236}">
                <a16:creationId xmlns:a16="http://schemas.microsoft.com/office/drawing/2014/main" id="{A6FCF411-C540-3BA8-62D8-D7FF65316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3" y="76200"/>
            <a:ext cx="12192001" cy="678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5" name="Rectangle 2">
            <a:extLst>
              <a:ext uri="{FF2B5EF4-FFF2-40B4-BE49-F238E27FC236}">
                <a16:creationId xmlns:a16="http://schemas.microsoft.com/office/drawing/2014/main" id="{6139D9FB-BCDC-7E17-DA55-84784092B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841750" cy="6858000"/>
          </a:xfrm>
          <a:prstGeom prst="rect">
            <a:avLst/>
          </a:prstGeom>
          <a:gradFill rotWithShape="0">
            <a:gsLst>
              <a:gs pos="0">
                <a:srgbClr val="0F6FC6"/>
              </a:gs>
              <a:gs pos="100000">
                <a:srgbClr val="0ED09B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076" name="Freeform 3">
            <a:extLst>
              <a:ext uri="{FF2B5EF4-FFF2-40B4-BE49-F238E27FC236}">
                <a16:creationId xmlns:a16="http://schemas.microsoft.com/office/drawing/2014/main" id="{4113D06A-5910-9516-95E5-5C9F9B17A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9950" y="6554788"/>
            <a:ext cx="438150" cy="109537"/>
          </a:xfrm>
          <a:custGeom>
            <a:avLst/>
            <a:gdLst>
              <a:gd name="T0" fmla="*/ 2147483646 w 2491"/>
              <a:gd name="T1" fmla="*/ 2147483646 h 621"/>
              <a:gd name="T2" fmla="*/ 2147483646 w 2491"/>
              <a:gd name="T3" fmla="*/ 0 h 621"/>
              <a:gd name="T4" fmla="*/ 2147483646 w 2491"/>
              <a:gd name="T5" fmla="*/ 0 h 621"/>
              <a:gd name="T6" fmla="*/ 2147483646 w 2491"/>
              <a:gd name="T7" fmla="*/ 0 h 621"/>
              <a:gd name="T8" fmla="*/ 2147483646 w 2491"/>
              <a:gd name="T9" fmla="*/ 0 h 621"/>
              <a:gd name="T10" fmla="*/ 2147483646 w 2491"/>
              <a:gd name="T11" fmla="*/ 0 h 621"/>
              <a:gd name="T12" fmla="*/ 2147483646 w 2491"/>
              <a:gd name="T13" fmla="*/ 0 h 621"/>
              <a:gd name="T14" fmla="*/ 2147483646 w 2491"/>
              <a:gd name="T15" fmla="*/ 0 h 621"/>
              <a:gd name="T16" fmla="*/ 2147483646 w 2491"/>
              <a:gd name="T17" fmla="*/ 0 h 621"/>
              <a:gd name="T18" fmla="*/ 0 w 2491"/>
              <a:gd name="T19" fmla="*/ 0 h 621"/>
              <a:gd name="T20" fmla="*/ 0 w 2491"/>
              <a:gd name="T21" fmla="*/ 2147483646 h 621"/>
              <a:gd name="T22" fmla="*/ 2147483646 w 2491"/>
              <a:gd name="T23" fmla="*/ 2147483646 h 621"/>
              <a:gd name="T24" fmla="*/ 2147483646 w 2491"/>
              <a:gd name="T25" fmla="*/ 2147483646 h 621"/>
              <a:gd name="T26" fmla="*/ 2147483646 w 2491"/>
              <a:gd name="T27" fmla="*/ 2147483646 h 621"/>
              <a:gd name="T28" fmla="*/ 2147483646 w 2491"/>
              <a:gd name="T29" fmla="*/ 2147483646 h 621"/>
              <a:gd name="T30" fmla="*/ 2147483646 w 2491"/>
              <a:gd name="T31" fmla="*/ 2147483646 h 621"/>
              <a:gd name="T32" fmla="*/ 2147483646 w 2491"/>
              <a:gd name="T33" fmla="*/ 2147483646 h 621"/>
              <a:gd name="T34" fmla="*/ 2147483646 w 2491"/>
              <a:gd name="T35" fmla="*/ 2147483646 h 621"/>
              <a:gd name="T36" fmla="*/ 2147483646 w 2491"/>
              <a:gd name="T37" fmla="*/ 2147483646 h 621"/>
              <a:gd name="T38" fmla="*/ 2147483646 w 2491"/>
              <a:gd name="T39" fmla="*/ 0 h 621"/>
              <a:gd name="T40" fmla="*/ 2147483646 w 2491"/>
              <a:gd name="T41" fmla="*/ 0 h 621"/>
              <a:gd name="T42" fmla="*/ 2147483646 w 2491"/>
              <a:gd name="T43" fmla="*/ 0 h 621"/>
              <a:gd name="T44" fmla="*/ 2147483646 w 2491"/>
              <a:gd name="T45" fmla="*/ 0 h 621"/>
              <a:gd name="T46" fmla="*/ 2147483646 w 2491"/>
              <a:gd name="T47" fmla="*/ 0 h 621"/>
              <a:gd name="T48" fmla="*/ 2147483646 w 2491"/>
              <a:gd name="T49" fmla="*/ 0 h 621"/>
              <a:gd name="T50" fmla="*/ 2147483646 w 2491"/>
              <a:gd name="T51" fmla="*/ 0 h 621"/>
              <a:gd name="T52" fmla="*/ 2147483646 w 2491"/>
              <a:gd name="T53" fmla="*/ 0 h 621"/>
              <a:gd name="T54" fmla="*/ 2147483646 w 2491"/>
              <a:gd name="T55" fmla="*/ 0 h 621"/>
              <a:gd name="T56" fmla="*/ 2147483646 w 2491"/>
              <a:gd name="T57" fmla="*/ 2147483646 h 621"/>
              <a:gd name="T58" fmla="*/ 2147483646 w 2491"/>
              <a:gd name="T59" fmla="*/ 2147483646 h 621"/>
              <a:gd name="T60" fmla="*/ 2147483646 w 2491"/>
              <a:gd name="T61" fmla="*/ 2147483646 h 621"/>
              <a:gd name="T62" fmla="*/ 2147483646 w 2491"/>
              <a:gd name="T63" fmla="*/ 2147483646 h 621"/>
              <a:gd name="T64" fmla="*/ 2147483646 w 2491"/>
              <a:gd name="T65" fmla="*/ 0 h 621"/>
              <a:gd name="T66" fmla="*/ 2147483646 w 2491"/>
              <a:gd name="T67" fmla="*/ 0 h 621"/>
              <a:gd name="T68" fmla="*/ 2147483646 w 2491"/>
              <a:gd name="T69" fmla="*/ 0 h 621"/>
              <a:gd name="T70" fmla="*/ 2147483646 w 2491"/>
              <a:gd name="T71" fmla="*/ 0 h 621"/>
              <a:gd name="T72" fmla="*/ 2147483646 w 2491"/>
              <a:gd name="T73" fmla="*/ 0 h 621"/>
              <a:gd name="T74" fmla="*/ 2147483646 w 2491"/>
              <a:gd name="T75" fmla="*/ 0 h 621"/>
              <a:gd name="T76" fmla="*/ 2147483646 w 2491"/>
              <a:gd name="T77" fmla="*/ 0 h 621"/>
              <a:gd name="T78" fmla="*/ 2147483646 w 2491"/>
              <a:gd name="T79" fmla="*/ 0 h 621"/>
              <a:gd name="T80" fmla="*/ 2147483646 w 2491"/>
              <a:gd name="T81" fmla="*/ 0 h 621"/>
              <a:gd name="T82" fmla="*/ 2147483646 w 2491"/>
              <a:gd name="T83" fmla="*/ 2147483646 h 621"/>
              <a:gd name="T84" fmla="*/ 2147483646 w 2491"/>
              <a:gd name="T85" fmla="*/ 2147483646 h 621"/>
              <a:gd name="T86" fmla="*/ 2147483646 w 2491"/>
              <a:gd name="T87" fmla="*/ 2147483646 h 621"/>
              <a:gd name="T88" fmla="*/ 2147483646 w 2491"/>
              <a:gd name="T89" fmla="*/ 2147483646 h 621"/>
              <a:gd name="T90" fmla="*/ 2147483646 w 2491"/>
              <a:gd name="T91" fmla="*/ 2147483646 h 621"/>
              <a:gd name="T92" fmla="*/ 2147483646 w 2491"/>
              <a:gd name="T93" fmla="*/ 2147483646 h 621"/>
              <a:gd name="T94" fmla="*/ 2147483646 w 2491"/>
              <a:gd name="T95" fmla="*/ 2147483646 h 621"/>
              <a:gd name="T96" fmla="*/ 2147483646 w 2491"/>
              <a:gd name="T97" fmla="*/ 2147483646 h 621"/>
              <a:gd name="T98" fmla="*/ 2147483646 w 2491"/>
              <a:gd name="T99" fmla="*/ 2147483646 h 621"/>
              <a:gd name="T100" fmla="*/ 2147483646 w 2491"/>
              <a:gd name="T101" fmla="*/ 0 h 621"/>
              <a:gd name="T102" fmla="*/ 2147483646 w 2491"/>
              <a:gd name="T103" fmla="*/ 0 h 621"/>
              <a:gd name="T104" fmla="*/ 2147483646 w 2491"/>
              <a:gd name="T105" fmla="*/ 0 h 621"/>
              <a:gd name="T106" fmla="*/ 2147483646 w 2491"/>
              <a:gd name="T107" fmla="*/ 0 h 621"/>
              <a:gd name="T108" fmla="*/ 2147483646 w 2491"/>
              <a:gd name="T109" fmla="*/ 0 h 621"/>
              <a:gd name="T110" fmla="*/ 2147483646 w 2491"/>
              <a:gd name="T111" fmla="*/ 0 h 621"/>
              <a:gd name="T112" fmla="*/ 2147483646 w 2491"/>
              <a:gd name="T113" fmla="*/ 0 h 621"/>
              <a:gd name="T114" fmla="*/ 2147483646 w 2491"/>
              <a:gd name="T115" fmla="*/ 0 h 621"/>
              <a:gd name="T116" fmla="*/ 2147483646 w 2491"/>
              <a:gd name="T117" fmla="*/ 0 h 621"/>
              <a:gd name="T118" fmla="*/ 2147483646 w 2491"/>
              <a:gd name="T119" fmla="*/ 2147483646 h 621"/>
              <a:gd name="T120" fmla="*/ 2147483646 w 2491"/>
              <a:gd name="T121" fmla="*/ 2147483646 h 621"/>
              <a:gd name="T122" fmla="*/ 2147483646 w 2491"/>
              <a:gd name="T123" fmla="*/ 2147483646 h 621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491" h="621">
                <a:moveTo>
                  <a:pt x="598" y="179"/>
                </a:moveTo>
                <a:lnTo>
                  <a:pt x="598" y="0"/>
                </a:lnTo>
                <a:lnTo>
                  <a:pt x="524" y="0"/>
                </a:lnTo>
                <a:lnTo>
                  <a:pt x="449" y="0"/>
                </a:lnTo>
                <a:lnTo>
                  <a:pt x="374" y="0"/>
                </a:lnTo>
                <a:lnTo>
                  <a:pt x="299" y="0"/>
                </a:lnTo>
                <a:lnTo>
                  <a:pt x="224" y="0"/>
                </a:lnTo>
                <a:lnTo>
                  <a:pt x="150" y="0"/>
                </a:lnTo>
                <a:lnTo>
                  <a:pt x="75" y="0"/>
                </a:lnTo>
                <a:lnTo>
                  <a:pt x="0" y="0"/>
                </a:lnTo>
                <a:lnTo>
                  <a:pt x="0" y="179"/>
                </a:lnTo>
                <a:lnTo>
                  <a:pt x="176" y="179"/>
                </a:lnTo>
                <a:lnTo>
                  <a:pt x="176" y="621"/>
                </a:lnTo>
                <a:lnTo>
                  <a:pt x="423" y="621"/>
                </a:lnTo>
                <a:lnTo>
                  <a:pt x="423" y="179"/>
                </a:lnTo>
                <a:lnTo>
                  <a:pt x="598" y="179"/>
                </a:lnTo>
                <a:close/>
                <a:moveTo>
                  <a:pt x="907" y="250"/>
                </a:moveTo>
                <a:lnTo>
                  <a:pt x="781" y="621"/>
                </a:lnTo>
                <a:lnTo>
                  <a:pt x="539" y="621"/>
                </a:lnTo>
                <a:lnTo>
                  <a:pt x="776" y="0"/>
                </a:lnTo>
                <a:lnTo>
                  <a:pt x="809" y="0"/>
                </a:lnTo>
                <a:lnTo>
                  <a:pt x="842" y="0"/>
                </a:lnTo>
                <a:lnTo>
                  <a:pt x="874" y="0"/>
                </a:lnTo>
                <a:lnTo>
                  <a:pt x="907" y="0"/>
                </a:lnTo>
                <a:lnTo>
                  <a:pt x="939" y="0"/>
                </a:lnTo>
                <a:lnTo>
                  <a:pt x="972" y="0"/>
                </a:lnTo>
                <a:lnTo>
                  <a:pt x="1005" y="0"/>
                </a:lnTo>
                <a:lnTo>
                  <a:pt x="1038" y="0"/>
                </a:lnTo>
                <a:lnTo>
                  <a:pt x="1275" y="621"/>
                </a:lnTo>
                <a:lnTo>
                  <a:pt x="1033" y="621"/>
                </a:lnTo>
                <a:lnTo>
                  <a:pt x="907" y="250"/>
                </a:lnTo>
                <a:close/>
                <a:moveTo>
                  <a:pt x="1814" y="179"/>
                </a:moveTo>
                <a:lnTo>
                  <a:pt x="1814" y="0"/>
                </a:lnTo>
                <a:lnTo>
                  <a:pt x="1740" y="0"/>
                </a:lnTo>
                <a:lnTo>
                  <a:pt x="1665" y="0"/>
                </a:lnTo>
                <a:lnTo>
                  <a:pt x="1590" y="0"/>
                </a:lnTo>
                <a:lnTo>
                  <a:pt x="1515" y="0"/>
                </a:lnTo>
                <a:lnTo>
                  <a:pt x="1440" y="0"/>
                </a:lnTo>
                <a:lnTo>
                  <a:pt x="1366" y="0"/>
                </a:lnTo>
                <a:lnTo>
                  <a:pt x="1291" y="0"/>
                </a:lnTo>
                <a:lnTo>
                  <a:pt x="1216" y="0"/>
                </a:lnTo>
                <a:lnTo>
                  <a:pt x="1216" y="179"/>
                </a:lnTo>
                <a:lnTo>
                  <a:pt x="1391" y="179"/>
                </a:lnTo>
                <a:lnTo>
                  <a:pt x="1391" y="621"/>
                </a:lnTo>
                <a:lnTo>
                  <a:pt x="1639" y="621"/>
                </a:lnTo>
                <a:lnTo>
                  <a:pt x="1639" y="179"/>
                </a:lnTo>
                <a:lnTo>
                  <a:pt x="1814" y="179"/>
                </a:lnTo>
                <a:close/>
                <a:moveTo>
                  <a:pt x="2123" y="250"/>
                </a:moveTo>
                <a:lnTo>
                  <a:pt x="1996" y="621"/>
                </a:lnTo>
                <a:lnTo>
                  <a:pt x="1754" y="621"/>
                </a:lnTo>
                <a:lnTo>
                  <a:pt x="1991" y="0"/>
                </a:lnTo>
                <a:lnTo>
                  <a:pt x="2024" y="0"/>
                </a:lnTo>
                <a:lnTo>
                  <a:pt x="2057" y="0"/>
                </a:lnTo>
                <a:lnTo>
                  <a:pt x="2090" y="0"/>
                </a:lnTo>
                <a:lnTo>
                  <a:pt x="2123" y="0"/>
                </a:lnTo>
                <a:lnTo>
                  <a:pt x="2155" y="0"/>
                </a:lnTo>
                <a:lnTo>
                  <a:pt x="2188" y="0"/>
                </a:lnTo>
                <a:lnTo>
                  <a:pt x="2220" y="0"/>
                </a:lnTo>
                <a:lnTo>
                  <a:pt x="2253" y="0"/>
                </a:lnTo>
                <a:lnTo>
                  <a:pt x="2491" y="621"/>
                </a:lnTo>
                <a:lnTo>
                  <a:pt x="2248" y="621"/>
                </a:lnTo>
                <a:lnTo>
                  <a:pt x="2123" y="250"/>
                </a:lnTo>
                <a:close/>
              </a:path>
            </a:pathLst>
          </a:custGeom>
          <a:solidFill>
            <a:srgbClr val="2B9FC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7" name="Line 4">
            <a:extLst>
              <a:ext uri="{FF2B5EF4-FFF2-40B4-BE49-F238E27FC236}">
                <a16:creationId xmlns:a16="http://schemas.microsoft.com/office/drawing/2014/main" id="{738EB9BA-8946-FD3B-EB92-1A613C089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9507538" y="6529388"/>
            <a:ext cx="1587" cy="160337"/>
          </a:xfrm>
          <a:prstGeom prst="line">
            <a:avLst/>
          </a:prstGeom>
          <a:noFill/>
          <a:ln w="28440" cap="sq">
            <a:solidFill>
              <a:srgbClr val="333F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" name="Rectangle 5">
            <a:extLst>
              <a:ext uri="{FF2B5EF4-FFF2-40B4-BE49-F238E27FC236}">
                <a16:creationId xmlns:a16="http://schemas.microsoft.com/office/drawing/2014/main" id="{5D3E7155-8DE8-55CB-0664-868E0D5BF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188" y="101600"/>
            <a:ext cx="7880350" cy="73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9525">
              <a:lnSpc>
                <a:spcPct val="92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525" algn="l"/>
                <a:tab pos="466725" algn="l"/>
                <a:tab pos="923925" algn="l"/>
                <a:tab pos="1381125" algn="l"/>
                <a:tab pos="1838325" algn="l"/>
                <a:tab pos="2295525" algn="l"/>
                <a:tab pos="2752725" algn="l"/>
                <a:tab pos="3209925" algn="l"/>
                <a:tab pos="3667125" algn="l"/>
                <a:tab pos="4124325" algn="l"/>
                <a:tab pos="4581525" algn="l"/>
                <a:tab pos="5038725" algn="l"/>
                <a:tab pos="5495925" algn="l"/>
                <a:tab pos="5953125" algn="l"/>
                <a:tab pos="6410325" algn="l"/>
                <a:tab pos="6867525" algn="l"/>
                <a:tab pos="7324725" algn="l"/>
                <a:tab pos="7781925" algn="l"/>
                <a:tab pos="8239125" algn="l"/>
                <a:tab pos="8696325" algn="l"/>
                <a:tab pos="9153525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2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525" algn="l"/>
                <a:tab pos="466725" algn="l"/>
                <a:tab pos="923925" algn="l"/>
                <a:tab pos="1381125" algn="l"/>
                <a:tab pos="1838325" algn="l"/>
                <a:tab pos="2295525" algn="l"/>
                <a:tab pos="2752725" algn="l"/>
                <a:tab pos="3209925" algn="l"/>
                <a:tab pos="3667125" algn="l"/>
                <a:tab pos="4124325" algn="l"/>
                <a:tab pos="4581525" algn="l"/>
                <a:tab pos="5038725" algn="l"/>
                <a:tab pos="5495925" algn="l"/>
                <a:tab pos="5953125" algn="l"/>
                <a:tab pos="6410325" algn="l"/>
                <a:tab pos="6867525" algn="l"/>
                <a:tab pos="7324725" algn="l"/>
                <a:tab pos="7781925" algn="l"/>
                <a:tab pos="8239125" algn="l"/>
                <a:tab pos="8696325" algn="l"/>
                <a:tab pos="9153525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2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525" algn="l"/>
                <a:tab pos="466725" algn="l"/>
                <a:tab pos="923925" algn="l"/>
                <a:tab pos="1381125" algn="l"/>
                <a:tab pos="1838325" algn="l"/>
                <a:tab pos="2295525" algn="l"/>
                <a:tab pos="2752725" algn="l"/>
                <a:tab pos="3209925" algn="l"/>
                <a:tab pos="3667125" algn="l"/>
                <a:tab pos="4124325" algn="l"/>
                <a:tab pos="4581525" algn="l"/>
                <a:tab pos="5038725" algn="l"/>
                <a:tab pos="5495925" algn="l"/>
                <a:tab pos="5953125" algn="l"/>
                <a:tab pos="6410325" algn="l"/>
                <a:tab pos="6867525" algn="l"/>
                <a:tab pos="7324725" algn="l"/>
                <a:tab pos="7781925" algn="l"/>
                <a:tab pos="8239125" algn="l"/>
                <a:tab pos="8696325" algn="l"/>
                <a:tab pos="9153525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525" algn="l"/>
                <a:tab pos="466725" algn="l"/>
                <a:tab pos="923925" algn="l"/>
                <a:tab pos="1381125" algn="l"/>
                <a:tab pos="1838325" algn="l"/>
                <a:tab pos="2295525" algn="l"/>
                <a:tab pos="2752725" algn="l"/>
                <a:tab pos="3209925" algn="l"/>
                <a:tab pos="3667125" algn="l"/>
                <a:tab pos="4124325" algn="l"/>
                <a:tab pos="4581525" algn="l"/>
                <a:tab pos="5038725" algn="l"/>
                <a:tab pos="5495925" algn="l"/>
                <a:tab pos="5953125" algn="l"/>
                <a:tab pos="6410325" algn="l"/>
                <a:tab pos="6867525" algn="l"/>
                <a:tab pos="7324725" algn="l"/>
                <a:tab pos="7781925" algn="l"/>
                <a:tab pos="8239125" algn="l"/>
                <a:tab pos="8696325" algn="l"/>
                <a:tab pos="9153525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525" algn="l"/>
                <a:tab pos="466725" algn="l"/>
                <a:tab pos="923925" algn="l"/>
                <a:tab pos="1381125" algn="l"/>
                <a:tab pos="1838325" algn="l"/>
                <a:tab pos="2295525" algn="l"/>
                <a:tab pos="2752725" algn="l"/>
                <a:tab pos="3209925" algn="l"/>
                <a:tab pos="3667125" algn="l"/>
                <a:tab pos="4124325" algn="l"/>
                <a:tab pos="4581525" algn="l"/>
                <a:tab pos="5038725" algn="l"/>
                <a:tab pos="5495925" algn="l"/>
                <a:tab pos="5953125" algn="l"/>
                <a:tab pos="6410325" algn="l"/>
                <a:tab pos="6867525" algn="l"/>
                <a:tab pos="7324725" algn="l"/>
                <a:tab pos="7781925" algn="l"/>
                <a:tab pos="8239125" algn="l"/>
                <a:tab pos="8696325" algn="l"/>
                <a:tab pos="9153525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525" algn="l"/>
                <a:tab pos="466725" algn="l"/>
                <a:tab pos="923925" algn="l"/>
                <a:tab pos="1381125" algn="l"/>
                <a:tab pos="1838325" algn="l"/>
                <a:tab pos="2295525" algn="l"/>
                <a:tab pos="2752725" algn="l"/>
                <a:tab pos="3209925" algn="l"/>
                <a:tab pos="3667125" algn="l"/>
                <a:tab pos="4124325" algn="l"/>
                <a:tab pos="4581525" algn="l"/>
                <a:tab pos="5038725" algn="l"/>
                <a:tab pos="5495925" algn="l"/>
                <a:tab pos="5953125" algn="l"/>
                <a:tab pos="6410325" algn="l"/>
                <a:tab pos="6867525" algn="l"/>
                <a:tab pos="7324725" algn="l"/>
                <a:tab pos="7781925" algn="l"/>
                <a:tab pos="8239125" algn="l"/>
                <a:tab pos="8696325" algn="l"/>
                <a:tab pos="9153525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525" algn="l"/>
                <a:tab pos="466725" algn="l"/>
                <a:tab pos="923925" algn="l"/>
                <a:tab pos="1381125" algn="l"/>
                <a:tab pos="1838325" algn="l"/>
                <a:tab pos="2295525" algn="l"/>
                <a:tab pos="2752725" algn="l"/>
                <a:tab pos="3209925" algn="l"/>
                <a:tab pos="3667125" algn="l"/>
                <a:tab pos="4124325" algn="l"/>
                <a:tab pos="4581525" algn="l"/>
                <a:tab pos="5038725" algn="l"/>
                <a:tab pos="5495925" algn="l"/>
                <a:tab pos="5953125" algn="l"/>
                <a:tab pos="6410325" algn="l"/>
                <a:tab pos="6867525" algn="l"/>
                <a:tab pos="7324725" algn="l"/>
                <a:tab pos="7781925" algn="l"/>
                <a:tab pos="8239125" algn="l"/>
                <a:tab pos="8696325" algn="l"/>
                <a:tab pos="9153525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525" algn="l"/>
                <a:tab pos="466725" algn="l"/>
                <a:tab pos="923925" algn="l"/>
                <a:tab pos="1381125" algn="l"/>
                <a:tab pos="1838325" algn="l"/>
                <a:tab pos="2295525" algn="l"/>
                <a:tab pos="2752725" algn="l"/>
                <a:tab pos="3209925" algn="l"/>
                <a:tab pos="3667125" algn="l"/>
                <a:tab pos="4124325" algn="l"/>
                <a:tab pos="4581525" algn="l"/>
                <a:tab pos="5038725" algn="l"/>
                <a:tab pos="5495925" algn="l"/>
                <a:tab pos="5953125" algn="l"/>
                <a:tab pos="6410325" algn="l"/>
                <a:tab pos="6867525" algn="l"/>
                <a:tab pos="7324725" algn="l"/>
                <a:tab pos="7781925" algn="l"/>
                <a:tab pos="8239125" algn="l"/>
                <a:tab pos="8696325" algn="l"/>
                <a:tab pos="9153525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525" algn="l"/>
                <a:tab pos="466725" algn="l"/>
                <a:tab pos="923925" algn="l"/>
                <a:tab pos="1381125" algn="l"/>
                <a:tab pos="1838325" algn="l"/>
                <a:tab pos="2295525" algn="l"/>
                <a:tab pos="2752725" algn="l"/>
                <a:tab pos="3209925" algn="l"/>
                <a:tab pos="3667125" algn="l"/>
                <a:tab pos="4124325" algn="l"/>
                <a:tab pos="4581525" algn="l"/>
                <a:tab pos="5038725" algn="l"/>
                <a:tab pos="5495925" algn="l"/>
                <a:tab pos="5953125" algn="l"/>
                <a:tab pos="6410325" algn="l"/>
                <a:tab pos="6867525" algn="l"/>
                <a:tab pos="7324725" algn="l"/>
                <a:tab pos="7781925" algn="l"/>
                <a:tab pos="8239125" algn="l"/>
                <a:tab pos="8696325" algn="l"/>
                <a:tab pos="9153525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Aft>
                <a:spcPct val="0"/>
              </a:spcAft>
              <a:buClrTx/>
              <a:buFontTx/>
              <a:buNone/>
            </a:pPr>
            <a:r>
              <a:rPr lang="en-US" altLang="en-US" sz="1400" b="1" dirty="0"/>
              <a:t>Name : </a:t>
            </a:r>
            <a:r>
              <a:rPr lang="en-US" altLang="en-US" sz="1400" b="1" dirty="0" err="1"/>
              <a:t>Anoop</a:t>
            </a:r>
            <a:r>
              <a:rPr lang="en-US" altLang="en-US" sz="1400" b="1" dirty="0"/>
              <a:t> Joy</a:t>
            </a:r>
          </a:p>
          <a:p>
            <a:pPr>
              <a:lnSpc>
                <a:spcPct val="100000"/>
              </a:lnSpc>
              <a:spcAft>
                <a:spcPct val="0"/>
              </a:spcAft>
              <a:buClrTx/>
              <a:buFontTx/>
              <a:buNone/>
            </a:pPr>
            <a:r>
              <a:rPr lang="en-US" altLang="en-US" sz="1400" b="1" dirty="0"/>
              <a:t>E-mail</a:t>
            </a:r>
            <a:r>
              <a:rPr lang="en-US" altLang="en-US" sz="1400" dirty="0"/>
              <a:t> : </a:t>
            </a:r>
            <a:r>
              <a:rPr lang="fi-FI" altLang="en-US" sz="1400" dirty="0"/>
              <a:t>anoopkoomulliljoy@tcs.com                                      </a:t>
            </a:r>
            <a:r>
              <a:rPr lang="fi-FI" altLang="en-US" sz="1400" dirty="0" smtClean="0"/>
              <a:t>                                      </a:t>
            </a:r>
            <a:r>
              <a:rPr lang="en-US" altLang="en-US" sz="1400" b="1" dirty="0" smtClean="0"/>
              <a:t>Phone</a:t>
            </a:r>
            <a:r>
              <a:rPr lang="en-US" altLang="en-US" sz="1400" dirty="0" smtClean="0"/>
              <a:t>:,+447721546248</a:t>
            </a:r>
            <a:endParaRPr lang="en-US" altLang="en-US" sz="1400" dirty="0"/>
          </a:p>
          <a:p>
            <a:pPr>
              <a:lnSpc>
                <a:spcPct val="100000"/>
              </a:lnSpc>
              <a:spcAft>
                <a:spcPct val="0"/>
              </a:spcAft>
              <a:buClrTx/>
              <a:buFontTx/>
              <a:buNone/>
            </a:pPr>
            <a:endParaRPr lang="en-US" altLang="en-US" sz="1400" dirty="0"/>
          </a:p>
        </p:txBody>
      </p:sp>
      <p:sp>
        <p:nvSpPr>
          <p:cNvPr id="3079" name="Rectangle 6">
            <a:extLst>
              <a:ext uri="{FF2B5EF4-FFF2-40B4-BE49-F238E27FC236}">
                <a16:creationId xmlns:a16="http://schemas.microsoft.com/office/drawing/2014/main" id="{EBCB9F38-D6F5-2665-A4D0-C074772A3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2413" y="609600"/>
            <a:ext cx="820737" cy="109538"/>
          </a:xfrm>
          <a:prstGeom prst="rect">
            <a:avLst/>
          </a:prstGeom>
          <a:solidFill>
            <a:srgbClr val="77CB7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3080" name="Line 7">
            <a:extLst>
              <a:ext uri="{FF2B5EF4-FFF2-40B4-BE49-F238E27FC236}">
                <a16:creationId xmlns:a16="http://schemas.microsoft.com/office/drawing/2014/main" id="{50FB5EC7-DA15-0179-F64F-C5B6649884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9813" y="712787"/>
            <a:ext cx="6961981" cy="15875"/>
          </a:xfrm>
          <a:prstGeom prst="line">
            <a:avLst/>
          </a:prstGeom>
          <a:noFill/>
          <a:ln w="19080" cap="sq">
            <a:solidFill>
              <a:srgbClr val="77CB78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" name="Rectangle 8">
            <a:extLst>
              <a:ext uri="{FF2B5EF4-FFF2-40B4-BE49-F238E27FC236}">
                <a16:creationId xmlns:a16="http://schemas.microsoft.com/office/drawing/2014/main" id="{C7705C28-E622-382E-CD4F-7BDA620B7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188" y="2365375"/>
            <a:ext cx="7910512" cy="479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215900" indent="-201613">
              <a:lnSpc>
                <a:spcPct val="92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2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2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Aft>
                <a:spcPct val="0"/>
              </a:spcAft>
              <a:buClrTx/>
              <a:buFontTx/>
              <a:buNone/>
            </a:pPr>
            <a:r>
              <a:rPr lang="en-US" altLang="en-US" sz="1400" b="1" dirty="0"/>
              <a:t>Professional Experience:  </a:t>
            </a:r>
          </a:p>
          <a:p>
            <a:pPr>
              <a:lnSpc>
                <a:spcPct val="150000"/>
              </a:lnSpc>
              <a:spcAft>
                <a:spcPct val="0"/>
              </a:spcAft>
              <a:buClrTx/>
              <a:buFontTx/>
              <a:buNone/>
            </a:pPr>
            <a:r>
              <a:rPr lang="en-US" altLang="en-US" sz="1400" dirty="0"/>
              <a:t>•	Having </a:t>
            </a:r>
            <a:r>
              <a:rPr lang="en-US" altLang="en-US" sz="1400" dirty="0" smtClean="0"/>
              <a:t>10+ </a:t>
            </a:r>
            <a:r>
              <a:rPr lang="en-US" altLang="en-US" sz="1400" dirty="0"/>
              <a:t>years of experience in IT Industry Developing Java/J2EE frameworks along with, Restful Web Services.</a:t>
            </a:r>
          </a:p>
          <a:p>
            <a:pPr>
              <a:lnSpc>
                <a:spcPct val="150000"/>
              </a:lnSpc>
              <a:spcAft>
                <a:spcPct val="0"/>
              </a:spcAft>
              <a:buClrTx/>
            </a:pPr>
            <a:r>
              <a:rPr lang="en-US" altLang="en-US" sz="1400" dirty="0"/>
              <a:t>•	Worked in UI technologies  like </a:t>
            </a:r>
            <a:r>
              <a:rPr lang="en-US" altLang="en-US" sz="1400" dirty="0" err="1"/>
              <a:t>Jsp</a:t>
            </a:r>
            <a:r>
              <a:rPr lang="en-US" altLang="en-US" sz="1400" dirty="0"/>
              <a:t>, html, CSS and JavaScript</a:t>
            </a:r>
          </a:p>
          <a:p>
            <a:pPr>
              <a:lnSpc>
                <a:spcPct val="150000"/>
              </a:lnSpc>
              <a:spcAft>
                <a:spcPct val="0"/>
              </a:spcAft>
              <a:buClrTx/>
            </a:pPr>
            <a:r>
              <a:rPr lang="en-US" altLang="en-US" sz="1400" dirty="0"/>
              <a:t>•	Worked as UI developer in project at crucial situations, handled UI framework such as React and Angular.</a:t>
            </a:r>
          </a:p>
          <a:p>
            <a:pPr>
              <a:lnSpc>
                <a:spcPct val="150000"/>
              </a:lnSpc>
              <a:spcAft>
                <a:spcPct val="0"/>
              </a:spcAft>
              <a:buClrTx/>
              <a:buFontTx/>
              <a:buNone/>
            </a:pPr>
            <a:r>
              <a:rPr lang="en-US" altLang="en-US" sz="1400" dirty="0"/>
              <a:t>•	Good experience on spring boot , </a:t>
            </a:r>
            <a:r>
              <a:rPr lang="en-US" altLang="en-US" sz="1400" dirty="0" err="1"/>
              <a:t>microservices</a:t>
            </a:r>
            <a:r>
              <a:rPr lang="en-US" altLang="en-US" sz="1400" dirty="0"/>
              <a:t> and spring.</a:t>
            </a:r>
          </a:p>
          <a:p>
            <a:pPr>
              <a:lnSpc>
                <a:spcPct val="150000"/>
              </a:lnSpc>
              <a:spcAft>
                <a:spcPct val="0"/>
              </a:spcAft>
              <a:buClrTx/>
              <a:buFontTx/>
              <a:buNone/>
            </a:pPr>
            <a:r>
              <a:rPr lang="en-US" altLang="en-US" sz="1400" dirty="0"/>
              <a:t>•	Extensive experience in identifying business requirements and transforming them to system solutions</a:t>
            </a:r>
          </a:p>
          <a:p>
            <a:pPr>
              <a:lnSpc>
                <a:spcPct val="150000"/>
              </a:lnSpc>
              <a:spcAft>
                <a:spcPct val="0"/>
              </a:spcAft>
              <a:buClrTx/>
              <a:buFontTx/>
              <a:buNone/>
            </a:pPr>
            <a:r>
              <a:rPr lang="en-US" altLang="en-US" sz="1400" dirty="0"/>
              <a:t>•	Preparing the LLD document for the API</a:t>
            </a:r>
          </a:p>
          <a:p>
            <a:pPr>
              <a:lnSpc>
                <a:spcPct val="150000"/>
              </a:lnSpc>
              <a:spcAft>
                <a:spcPct val="0"/>
              </a:spcAft>
              <a:buClrTx/>
              <a:buFontTx/>
              <a:buNone/>
            </a:pPr>
            <a:r>
              <a:rPr lang="en-US" altLang="en-US" sz="1400" dirty="0"/>
              <a:t>•	Preparation of the estimate and Solution Design to present to the architects for the technical approvals</a:t>
            </a:r>
          </a:p>
          <a:p>
            <a:pPr>
              <a:lnSpc>
                <a:spcPct val="150000"/>
              </a:lnSpc>
              <a:spcAft>
                <a:spcPct val="0"/>
              </a:spcAft>
              <a:buClrTx/>
            </a:pPr>
            <a:r>
              <a:rPr lang="en-US" altLang="en-US" sz="1400" dirty="0"/>
              <a:t>•	Certified with OCJP,OCWCD,OCBCD,OCA,OCWSD</a:t>
            </a:r>
          </a:p>
          <a:p>
            <a:pPr>
              <a:lnSpc>
                <a:spcPct val="150000"/>
              </a:lnSpc>
              <a:spcAft>
                <a:spcPct val="0"/>
              </a:spcAft>
              <a:buClrTx/>
            </a:pPr>
            <a:r>
              <a:rPr lang="en-US" altLang="en-US" sz="1400" dirty="0"/>
              <a:t>•	Worked in both Waterfall model as well Agile Scrum methodologies</a:t>
            </a:r>
          </a:p>
          <a:p>
            <a:pPr>
              <a:lnSpc>
                <a:spcPct val="150000"/>
              </a:lnSpc>
              <a:spcAft>
                <a:spcPct val="0"/>
              </a:spcAft>
              <a:buClrTx/>
              <a:buFontTx/>
              <a:buNone/>
            </a:pPr>
            <a:r>
              <a:rPr lang="en-US" altLang="en-US" sz="1400" dirty="0"/>
              <a:t>•	Delivering the impact analysis and solution approach documents with the clients for all possible sign-off from different business locations</a:t>
            </a:r>
          </a:p>
          <a:p>
            <a:pPr>
              <a:lnSpc>
                <a:spcPct val="150000"/>
              </a:lnSpc>
              <a:spcAft>
                <a:spcPct val="0"/>
              </a:spcAft>
              <a:buClrTx/>
              <a:buFontTx/>
              <a:buNone/>
            </a:pPr>
            <a:endParaRPr lang="en-US" altLang="en-US" sz="1400" dirty="0"/>
          </a:p>
        </p:txBody>
      </p:sp>
      <p:sp>
        <p:nvSpPr>
          <p:cNvPr id="3082" name="Rectangle 9">
            <a:extLst>
              <a:ext uri="{FF2B5EF4-FFF2-40B4-BE49-F238E27FC236}">
                <a16:creationId xmlns:a16="http://schemas.microsoft.com/office/drawing/2014/main" id="{8FB29986-5943-F211-2702-E297F3296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4038"/>
            <a:ext cx="3800475" cy="852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>
              <a:lnSpc>
                <a:spcPct val="92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2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2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Aft>
                <a:spcPct val="0"/>
              </a:spcAft>
              <a:buClrTx/>
              <a:buFontTx/>
              <a:buNone/>
            </a:pPr>
            <a:endParaRPr lang="en-US" altLang="en-US" sz="1400" b="1" i="1"/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ClrTx/>
              <a:buFontTx/>
              <a:buNone/>
            </a:pPr>
            <a:r>
              <a:rPr lang="en-US" altLang="en-US" sz="1800" b="1" i="1"/>
              <a:t>Anoop Joy</a:t>
            </a: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ClrTx/>
              <a:buFontTx/>
              <a:buNone/>
            </a:pPr>
            <a:r>
              <a:rPr lang="en-US" altLang="en-US" sz="1800" b="1" i="1"/>
              <a:t>Java  Spring Boot Developer</a:t>
            </a:r>
          </a:p>
        </p:txBody>
      </p:sp>
      <p:sp>
        <p:nvSpPr>
          <p:cNvPr id="3083" name="Rectangle 10">
            <a:extLst>
              <a:ext uri="{FF2B5EF4-FFF2-40B4-BE49-F238E27FC236}">
                <a16:creationId xmlns:a16="http://schemas.microsoft.com/office/drawing/2014/main" id="{7A2FB535-1FBA-DBF9-71BF-1213BD01D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063" y="838200"/>
            <a:ext cx="7864475" cy="1417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lnSpc>
                <a:spcPct val="92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2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2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Aft>
                <a:spcPct val="0"/>
              </a:spcAft>
              <a:buClrTx/>
              <a:buFontTx/>
              <a:buNone/>
            </a:pPr>
            <a:r>
              <a:rPr lang="en-US" altLang="en-US" sz="1600" b="1" i="1" dirty="0"/>
              <a:t>Skill Set: </a:t>
            </a:r>
          </a:p>
          <a:p>
            <a:pPr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Programming Languages and Frameworks : Java 1.8</a:t>
            </a:r>
            <a:r>
              <a:rPr lang="en-US" altLang="en-US" sz="1400"/>
              <a:t>, </a:t>
            </a:r>
            <a:r>
              <a:rPr lang="en-US" altLang="en-US" sz="1400" smtClean="0"/>
              <a:t>Spring 3.0, </a:t>
            </a:r>
            <a:r>
              <a:rPr lang="en-US" altLang="en-US" sz="1400"/>
              <a:t>Spring </a:t>
            </a:r>
            <a:r>
              <a:rPr lang="en-US" altLang="en-US" sz="1400" smtClean="0"/>
              <a:t>Boot 2, </a:t>
            </a:r>
            <a:r>
              <a:rPr lang="en-US" altLang="en-US" sz="1400" dirty="0"/>
              <a:t>REST Web Services  </a:t>
            </a:r>
          </a:p>
          <a:p>
            <a:pPr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Frontend Tools: HTML, XML, React JS, Angular 6</a:t>
            </a:r>
          </a:p>
          <a:p>
            <a:pPr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Database :</a:t>
            </a:r>
            <a:r>
              <a:rPr lang="nn-NO" altLang="en-US" sz="1400" dirty="0"/>
              <a:t> </a:t>
            </a:r>
            <a:r>
              <a:rPr lang="fr-FR" altLang="en-US" sz="1400" dirty="0"/>
              <a:t>Oracle, </a:t>
            </a:r>
            <a:r>
              <a:rPr lang="fr-FR" altLang="en-US" sz="1400" dirty="0" err="1"/>
              <a:t>MySql</a:t>
            </a:r>
            <a:r>
              <a:rPr lang="fr-FR" altLang="en-US" sz="1400" dirty="0"/>
              <a:t>, </a:t>
            </a:r>
            <a:r>
              <a:rPr lang="fr-FR" altLang="en-US" sz="1400" dirty="0" err="1"/>
              <a:t>MongoDB</a:t>
            </a:r>
            <a:endParaRPr lang="fr-FR" altLang="en-US" sz="1400" dirty="0"/>
          </a:p>
          <a:p>
            <a:pPr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Version Control: GIT, SVN.</a:t>
            </a:r>
          </a:p>
          <a:p>
            <a:pPr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Tools: </a:t>
            </a:r>
            <a:r>
              <a:rPr lang="en-US" altLang="en-US" sz="1400" dirty="0" err="1"/>
              <a:t>InteliJ</a:t>
            </a:r>
            <a:r>
              <a:rPr lang="en-US" altLang="en-US" sz="1400" dirty="0"/>
              <a:t>, Eclipse, STS, </a:t>
            </a:r>
            <a:r>
              <a:rPr lang="en-US" altLang="en-US" sz="1400" dirty="0" err="1"/>
              <a:t>NetBeans,Tortoise</a:t>
            </a:r>
            <a:r>
              <a:rPr lang="en-US" altLang="en-US" sz="1400" dirty="0"/>
              <a:t> CVS, JIRA</a:t>
            </a:r>
          </a:p>
        </p:txBody>
      </p:sp>
      <p:sp>
        <p:nvSpPr>
          <p:cNvPr id="3084" name="Rectangle 11">
            <a:extLst>
              <a:ext uri="{FF2B5EF4-FFF2-40B4-BE49-F238E27FC236}">
                <a16:creationId xmlns:a16="http://schemas.microsoft.com/office/drawing/2014/main" id="{CA7F2326-3FB2-8346-BD3A-94918AE0E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67013"/>
            <a:ext cx="3800475" cy="3076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>
              <a:lnSpc>
                <a:spcPct val="92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2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2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9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>
              <a:lnSpc>
                <a:spcPct val="9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Aft>
                <a:spcPct val="0"/>
              </a:spcAft>
              <a:buClrTx/>
              <a:buFontTx/>
              <a:buNone/>
            </a:pPr>
            <a:endParaRPr lang="en-US" altLang="en-US" sz="1400" b="1" i="1" dirty="0">
              <a:latin typeface="Candara" panose="020E0502030303020204" pitchFamily="34" charset="0"/>
            </a:endParaRP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ClrTx/>
              <a:buFontTx/>
              <a:buNone/>
            </a:pPr>
            <a:r>
              <a:rPr lang="en-US" altLang="en-US" sz="1400" b="1" i="1" dirty="0" smtClean="0">
                <a:latin typeface="Candara" panose="020E0502030303020204" pitchFamily="34" charset="0"/>
              </a:rPr>
              <a:t>10+ </a:t>
            </a:r>
            <a:r>
              <a:rPr lang="en-US" altLang="en-US" sz="1400" b="1" i="1" dirty="0">
                <a:latin typeface="Candara" panose="020E0502030303020204" pitchFamily="34" charset="0"/>
              </a:rPr>
              <a:t>years experience in  IT</a:t>
            </a:r>
          </a:p>
          <a:p>
            <a:pPr algn="ctr" eaLnBrk="1" hangingPunct="1">
              <a:lnSpc>
                <a:spcPct val="100000"/>
              </a:lnSpc>
              <a:spcAft>
                <a:spcPct val="0"/>
              </a:spcAft>
              <a:buClrTx/>
              <a:buFontTx/>
              <a:buNone/>
            </a:pPr>
            <a:endParaRPr lang="en-US" altLang="en-US" sz="1400" b="1" i="1" dirty="0">
              <a:latin typeface="Candara" panose="020E0502030303020204" pitchFamily="34" charset="0"/>
            </a:endParaRPr>
          </a:p>
          <a:p>
            <a:pPr algn="ctr">
              <a:lnSpc>
                <a:spcPct val="100000"/>
              </a:lnSpc>
              <a:spcAft>
                <a:spcPct val="0"/>
              </a:spcAft>
              <a:buClrTx/>
              <a:buFontTx/>
              <a:buNone/>
            </a:pPr>
            <a:r>
              <a:rPr lang="en-US" altLang="en-US" sz="1400" dirty="0">
                <a:latin typeface="Candara" panose="020E0502030303020204" pitchFamily="34" charset="0"/>
              </a:rPr>
              <a:t>Java/J2EE, Spring, </a:t>
            </a:r>
            <a:r>
              <a:rPr lang="en-US" altLang="en-US" sz="1400" dirty="0" err="1">
                <a:latin typeface="Candara" panose="020E0502030303020204" pitchFamily="34" charset="0"/>
              </a:rPr>
              <a:t>Springboot</a:t>
            </a:r>
            <a:r>
              <a:rPr lang="en-US" altLang="en-US" sz="1400" dirty="0">
                <a:latin typeface="Candara" panose="020E0502030303020204" pitchFamily="34" charset="0"/>
              </a:rPr>
              <a:t>, React </a:t>
            </a:r>
            <a:r>
              <a:rPr lang="en-US" altLang="en-US" sz="1400" dirty="0" err="1">
                <a:latin typeface="Candara" panose="020E0502030303020204" pitchFamily="34" charset="0"/>
              </a:rPr>
              <a:t>Js</a:t>
            </a:r>
            <a:r>
              <a:rPr lang="en-US" altLang="en-US" sz="1400" dirty="0">
                <a:latin typeface="Candara" panose="020E0502030303020204" pitchFamily="34" charset="0"/>
              </a:rPr>
              <a:t>, REST API, GIT, SVN, </a:t>
            </a:r>
            <a:r>
              <a:rPr lang="en-US" altLang="en-US" sz="1400" dirty="0" err="1">
                <a:latin typeface="Candara" panose="020E0502030303020204" pitchFamily="34" charset="0"/>
              </a:rPr>
              <a:t>MySql</a:t>
            </a:r>
            <a:r>
              <a:rPr lang="en-US" altLang="en-US" sz="1400" dirty="0">
                <a:latin typeface="Candara" panose="020E0502030303020204" pitchFamily="34" charset="0"/>
              </a:rPr>
              <a:t>, Oracle </a:t>
            </a:r>
          </a:p>
          <a:p>
            <a:pPr algn="ctr">
              <a:lnSpc>
                <a:spcPct val="100000"/>
              </a:lnSpc>
              <a:spcAft>
                <a:spcPct val="0"/>
              </a:spcAft>
              <a:buClrTx/>
              <a:buFontTx/>
              <a:buNone/>
            </a:pPr>
            <a:endParaRPr lang="en-US" altLang="en-US" sz="1400" dirty="0">
              <a:latin typeface="Candara" panose="020E0502030303020204" pitchFamily="34" charset="0"/>
            </a:endParaRPr>
          </a:p>
          <a:p>
            <a:pPr algn="ctr">
              <a:lnSpc>
                <a:spcPct val="100000"/>
              </a:lnSpc>
              <a:spcAft>
                <a:spcPct val="0"/>
              </a:spcAft>
              <a:buClrTx/>
              <a:buFontTx/>
              <a:buNone/>
            </a:pPr>
            <a:endParaRPr lang="en-US" altLang="en-US" sz="1400" b="1" dirty="0">
              <a:latin typeface="Candara" panose="020E0502030303020204" pitchFamily="34" charset="0"/>
            </a:endParaRPr>
          </a:p>
          <a:p>
            <a:pPr algn="ctr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200" dirty="0"/>
          </a:p>
          <a:p>
            <a:pPr algn="ctr">
              <a:lnSpc>
                <a:spcPct val="150000"/>
              </a:lnSpc>
              <a:spcAft>
                <a:spcPct val="0"/>
              </a:spcAft>
              <a:buClrTx/>
              <a:buFontTx/>
              <a:buNone/>
            </a:pPr>
            <a:r>
              <a:rPr lang="en-US" altLang="en-US" sz="1800" b="1" dirty="0"/>
              <a:t>Education Qualification :</a:t>
            </a:r>
          </a:p>
          <a:p>
            <a:pPr algn="ctr">
              <a:lnSpc>
                <a:spcPct val="150000"/>
              </a:lnSpc>
              <a:spcAft>
                <a:spcPct val="0"/>
              </a:spcAft>
              <a:buClrTx/>
              <a:buFontTx/>
              <a:buNone/>
            </a:pPr>
            <a:r>
              <a:rPr lang="en-US" altLang="en-US" sz="1800" dirty="0"/>
              <a:t> </a:t>
            </a:r>
            <a:r>
              <a:rPr lang="en-US" altLang="en-US" sz="1800" dirty="0" smtClean="0"/>
              <a:t>Master of Computer Applications(CS</a:t>
            </a:r>
            <a:r>
              <a:rPr lang="en-US" altLang="en-US" sz="1800" dirty="0"/>
              <a:t>)</a:t>
            </a:r>
          </a:p>
          <a:p>
            <a:pPr algn="ctr">
              <a:lnSpc>
                <a:spcPct val="150000"/>
              </a:lnSpc>
              <a:spcAft>
                <a:spcPct val="0"/>
              </a:spcAft>
              <a:buClrTx/>
              <a:buFontTx/>
              <a:buNone/>
            </a:pPr>
            <a:r>
              <a:rPr lang="en-GB" sz="1600" dirty="0" err="1"/>
              <a:t>Visvesvaraya</a:t>
            </a:r>
            <a:r>
              <a:rPr lang="en-GB" sz="1600" dirty="0"/>
              <a:t> Technological University (VTU)</a:t>
            </a:r>
            <a:endParaRPr lang="en-US" altLang="en-US" sz="1600" b="1" dirty="0"/>
          </a:p>
        </p:txBody>
      </p:sp>
      <p:pic>
        <p:nvPicPr>
          <p:cNvPr id="3085" name="Picture 12">
            <a:extLst>
              <a:ext uri="{FF2B5EF4-FFF2-40B4-BE49-F238E27FC236}">
                <a16:creationId xmlns:a16="http://schemas.microsoft.com/office/drawing/2014/main" id="{4A2B9B7B-319F-026F-DDEA-A8DB5FDC2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563" y="441325"/>
            <a:ext cx="1465262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1518</TotalTime>
  <Words>271</Words>
  <Application>Microsoft Office PowerPoint</Application>
  <PresentationFormat>Custom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Microsoft YaHei</vt:lpstr>
      <vt:lpstr>Arial</vt:lpstr>
      <vt:lpstr>Calibri</vt:lpstr>
      <vt:lpstr>Candara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Aravind Muramalla</dc:creator>
  <cp:lastModifiedBy>Admin</cp:lastModifiedBy>
  <cp:revision>155</cp:revision>
  <cp:lastPrinted>1601-01-01T00:00:00Z</cp:lastPrinted>
  <dcterms:created xsi:type="dcterms:W3CDTF">1601-01-01T00:00:00Z</dcterms:created>
  <dcterms:modified xsi:type="dcterms:W3CDTF">2022-05-16T14:02:16Z</dcterms:modified>
</cp:coreProperties>
</file>